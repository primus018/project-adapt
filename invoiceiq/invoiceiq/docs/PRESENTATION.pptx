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InvoiceIQ</a:t>
            </a:r>
          </a:p>
          <a:p>
            <a:r>
              <a:rPr sz="1600" b="0">
                <a:solidFill>
                  <a:srgbClr val="475569"/>
                </a:solidFill>
                <a:latin typeface="Calibri"/>
              </a:rPr>
              <a:t>Topic 9 — Compact VLM Document Understanding</a:t>
            </a:r>
            <a:br/>
            <a:r>
              <a:t>Raunak Rathi · M.Tech · 50% scope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Large VLMs dominate DocVQA / OCR-free extraction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Need compact pipelines for on-prem invoice processing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Key-information extraction is a practical first 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DocSLM — small VLMs for long documents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OCRBench v2 — visual text localization &amp; reasoning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mPLUG-DocOwl2 / olmOCR — OCR-free / PDF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Proposed Method (Implemented)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Invoice image/PDF intake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Try VLM JSON extraction → Florence OCR → Tesseract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Normalize vendor, dates, totals, line items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Demo schema fallback for reliable demos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React dashboard: upload, field grid, line items, history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FastAPI + SQLite + uploads store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PyMuPDF rasterizes first PDF page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DEMO_MODE for demos without GPU VLMs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Upload PNG/JPG/PDF invoice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Review extracted fields and confidence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Inspect line-item table and totals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Track extraction volume on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Upcoming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Multi-page PDF extraction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Human correction and CSV/JSON export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Stronger line-item table parsing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Confidence calibration for noisy OCR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Delivered invoice KIE module end-to-end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OCR/PDF extraction path (LoRA VLM training out of scope)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Clear product roadmap for AP workflow features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